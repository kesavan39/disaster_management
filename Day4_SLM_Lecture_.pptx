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76" r:id="rId3"/>
    <p:sldId id="303" r:id="rId4"/>
    <p:sldId id="304" r:id="rId5"/>
    <p:sldId id="305" r:id="rId6"/>
    <p:sldId id="306" r:id="rId7"/>
    <p:sldId id="260" r:id="rId8"/>
    <p:sldId id="264" r:id="rId10"/>
    <p:sldId id="265" r:id="rId11"/>
    <p:sldId id="266" r:id="rId12"/>
    <p:sldId id="267" r:id="rId13"/>
    <p:sldId id="300" r:id="rId14"/>
    <p:sldId id="262" r:id="rId15"/>
    <p:sldId id="263" r:id="rId16"/>
    <p:sldId id="268" r:id="rId17"/>
    <p:sldId id="30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three example rows left to right before asking the closing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at the duplicate row and the missing cell — let students name the problems before you label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back to Slide 9's messy table — this role fixes exactly what students just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argue both sides — 'plausible' vs 'invented' — before naming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slide where 'fine-tuning' finally gets a face — the SLM Engineer,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RAG/RLHF to one line each — they are context, not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this pipeline live with the class — ask 'what should we check next?' after each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analogy: memorizing exam answers vs actually understanding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13233D"/>
          </a:solidFill>
          <a:ln w="19050">
            <a:solidFill>
              <a:srgbClr val="FFB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640080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 panose="020F0502020204030204"/>
              </a:rPr>
              <a:t>💬</a:t>
            </a:r>
            <a:endParaRPr sz="3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863065"/>
            <a:ext cx="9500000" cy="73850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mbria" panose="02040503050406030204"/>
              </a:rPr>
              <a:t>SMALL</a:t>
            </a:r>
            <a:r>
              <a:rPr lang="en-US" sz="4800" b="1">
                <a:solidFill>
                  <a:srgbClr val="FFFFFF"/>
                </a:solidFill>
                <a:latin typeface="Cambria" panose="02040503050406030204"/>
              </a:rPr>
              <a:t> </a:t>
            </a:r>
            <a:r>
              <a:rPr sz="4800" b="1">
                <a:solidFill>
                  <a:srgbClr val="FFB627"/>
                </a:solidFill>
                <a:latin typeface="Cambria" panose="02040503050406030204"/>
              </a:rPr>
              <a:t>LANGUAGE MODEL</a:t>
            </a:r>
            <a:endParaRPr sz="4800" b="1">
              <a:solidFill>
                <a:srgbClr val="FFB627"/>
              </a:solidFill>
              <a:latin typeface="Cambria" panose="02040503050406030204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383921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4 · Disaster Response Coordination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6_17_2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ChatGPT Image Sep 10, 2026, 06_30_0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0"/>
            <a:ext cx="121843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6_44_5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6_49_56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Small Language Model?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(200+ words)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3756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03504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3252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3252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BRIEFING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246888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Small Language Model means compressing a large model's knowledge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into a compact model fine-tuned for one job: fast, offline summaries.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68680" y="34290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report (30 words)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66760" y="3429000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66760" y="3429000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1-LINE BRIEF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399592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report (120 words)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3995928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366760" y="399592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1-SENTENCE BRIEF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562856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" y="456285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report (300+ words)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4562856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366760" y="4562856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2-SENTENCE BRIEF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14400" y="544068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a new report is 300 words long, what should the model generate?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Fine-Tune on Messy Report-Summary Pairs?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680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44168" cy="54864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Report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84248" y="1417320"/>
            <a:ext cx="1344168" cy="54864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length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28416" y="1417320"/>
            <a:ext cx="1344168" cy="54864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Urgency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72584" y="1417320"/>
            <a:ext cx="1344168" cy="54864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Summary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16752" y="1417320"/>
            <a:ext cx="2304288" cy="54864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90 words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28416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Low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“Minor Delay.Zone 1 is clear”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16752" y="19659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84248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220 words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moderate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-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16752" y="251460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Duplicate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84248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410 words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severe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“Zone 3 flooding , evacuate now”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16752" y="306324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2999232" cy="219456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823960" y="1417320"/>
            <a:ext cx="2450592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directly fine-tune an SLM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messy pairs?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374904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SLM system needs someone to prepare the training pairs first.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🧹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772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</a:t>
            </a:r>
            <a:r>
              <a:rPr lang="en-US" sz="15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report-summary pairs are messy and come from different sources.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51760" y="2971800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raw pair 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511296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651760" y="3511296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Remove duplicate pairs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4050792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651760" y="4050792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Handle missing summaries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4590288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651760" y="4590288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Combine into one set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5129784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651760" y="5129784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CLEAN FINE-TUNING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14400" y="576072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Data Engineer prepares clean, usable report-summary pairs for the next stage.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Summary Make Sense?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"Zone 1 minor delay"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933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99339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"Zone 1 catastrophic, all units!"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3230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4323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7121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87121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09360" y="1417320"/>
            <a:ext cx="4965192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this summary match the report? Or did the model invent details?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7033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947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ENGINEER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2628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Engineer explores the pairs, checks token patterns, and flags summaries that drift from the source.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 Pairs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47288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447288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Explore Token Patterns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61888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54496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54496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 Hallucinations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69096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61704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061704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Verified Pairs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64008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 our pairs are clean and verified. What should we do next?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ENGINEER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209544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Length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3016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36301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Tags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50792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291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06240" y="297180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206240" y="29718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(PEFT / LoRA Fine-Tuned)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291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0" y="278892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0" y="278892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Short brief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3209544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0" y="32095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1 - sentence brief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3630168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772400" y="363016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2-sentence brief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SLM Engineer fine-tunes the model using past pairs so it can generate a briefing for a new report.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Fine-Tuning vs PEFT/LoRA — Same Report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how many parameters does training actually touch?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PEFT / LoRA FINE-TUNING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09360" y="1691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 FULL FINE-TUNING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2377440"/>
          <a:ext cx="5212080" cy="173736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Length (words)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Adapter 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Summary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4251960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BASE + TINY ADAPTER → MODEL LEARNS
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to compress reports by training less than 1% of parameters.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50292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68680" y="502920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REPORT:  320 words  |  Adapter only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Model generates:  2-sentence briefing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6858000" y="2377440"/>
          <a:ext cx="4114800" cy="17373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Length (words)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Params Updated 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309360" y="4251960"/>
            <a:ext cx="5212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WEIGHTS RETRAINED → MODEL LEARNS SLOWLY
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parameter is touched and updated.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46520" y="49377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446520" y="493776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
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GPU cluster, hours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098280" y="49377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098280" y="493776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
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accuracy, far slower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108192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PEFT/LoRA = ADAPT FAST WITH FEW PARAMS   |   FULL FINE-TUNE = RETRAIN EVERYTHING, SLOWLY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Report-Summary Pairs?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4310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Length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Urgency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4914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4310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"Minor delay, Zone 1 clear."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4310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914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4 access blocked, monitor."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4310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410w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4914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3 flooding, evacuate now."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5422392" cy="960120"/>
          </a:xfrm>
          <a:prstGeom prst="roundRect">
            <a:avLst>
              <a:gd name="adj" fmla="val 11429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00800" y="1371600"/>
            <a:ext cx="48737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human-written summaries for past reports?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23160"/>
            <a:ext cx="5422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" y="3337560"/>
            <a:ext cx="731520" cy="7315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3375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📘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34290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PEFT / LoRA FINE-TUNING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11480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already have past reports and their human-written summaries.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learns the mapping from a full report to a compact briefing.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22960" y="4937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RAG:  </a:t>
            </a: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similar text, no 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49377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526280" y="4937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RLHF:  </a:t>
            </a: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from ranked preference feedback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0080" y="576072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briefing project uses PEFT/LoRA Fine-Tuning.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Should the Model Condense the Report?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23444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a report is long, should we just chop it in half? What should we extract first?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 mentioned?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317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31089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41732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Resource needed named?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39319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920240" y="393192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Headcount / urgency stated?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9776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475488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423160" y="475488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🎙️ 2-SENTENCE BRIEFING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5056632" cy="3154680"/>
          </a:xfrm>
          <a:prstGeom prst="roundRect">
            <a:avLst>
              <a:gd name="adj" fmla="val 3478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766560" y="2514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just built an extraction-to-briefing pipeline.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1546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checks a series of key facts — location, resource, urgency — one at a time, before generating a briefing.</a:t>
            </a:r>
            <a:endParaRPr 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640080" y="5700000"/>
            <a:ext cx="10908792" cy="640080"/>
          </a:xfrm>
          <a:prstGeom prst="roundRect">
            <a:avLst>
              <a:gd name="adj" fmla="val 15000"/>
            </a:avLst>
          </a:prstGeom>
          <a:solidFill>
            <a:srgbClr val="FFC00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6"/>
          <p:cNvSpPr txBox="1"/>
          <p:nvPr/>
        </p:nvSpPr>
        <p:spPr>
          <a:xfrm>
            <a:off x="836930" y="5904788"/>
            <a:ext cx="10543032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81527"/>
                </a:solidFill>
                <a:latin typeface="Cambria" panose="02040503050406030204"/>
              </a:rPr>
              <a:t>For this project, we use</a:t>
            </a:r>
            <a:r>
              <a:rPr sz="1500" b="1">
                <a:solidFill>
                  <a:srgbClr val="FF0000"/>
                </a:solidFill>
                <a:latin typeface="Cambria" panose="02040503050406030204"/>
              </a:rPr>
              <a:t> I</a:t>
            </a:r>
            <a:r>
              <a:rPr lang="en-US" sz="1500" b="1">
                <a:solidFill>
                  <a:srgbClr val="FF0000"/>
                </a:solidFill>
                <a:latin typeface="Cambria" panose="02040503050406030204"/>
              </a:rPr>
              <a:t>NSTRUCTION-TUNED PEFT/LoRA </a:t>
            </a:r>
            <a:r>
              <a:rPr sz="1500" b="1">
                <a:solidFill>
                  <a:schemeClr val="bg1"/>
                </a:solidFill>
                <a:latin typeface="Cambria" panose="02040503050406030204"/>
              </a:rPr>
              <a:t> </a:t>
            </a:r>
            <a:r>
              <a:rPr sz="1500" b="1">
                <a:solidFill>
                  <a:srgbClr val="081527"/>
                </a:solidFill>
                <a:latin typeface="Cambria" panose="02040503050406030204"/>
              </a:rPr>
              <a:t>— fast, offline-capable, and easy to deploy on any laptop.</a:t>
            </a:r>
            <a:endParaRPr sz="1500" b="1">
              <a:solidFill>
                <a:srgbClr val="081527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10908792" cy="822960"/>
          </a:xfrm>
          <a:prstGeom prst="roundRect">
            <a:avLst>
              <a:gd name="adj" fmla="val 13333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model sounds fluent and confident on training reports. Should we trust it immediately?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697A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already seen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22402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UNSEEN TEST DATA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never seen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8328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6908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model on unseen reports to check whether summaries stay accurate — or only sound fluent.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80060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Facts  vs  Generated Summary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355080" y="4800600"/>
            <a:ext cx="24231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
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key facts are kept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89720" y="4800600"/>
            <a:ext cx="24231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
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sounds fluent but drops or invents facts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10, 2026, 08_06_0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669290"/>
            <a:ext cx="12185015" cy="61887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61315" y="130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INTEGRATION ENGINEER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4083</Words>
  <Application>WPS Presentation</Application>
  <PresentationFormat>On-screen Show (16:9)</PresentationFormat>
  <Paragraphs>393</Paragraphs>
  <Slides>15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Cambria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22</cp:revision>
  <dcterms:created xsi:type="dcterms:W3CDTF">2026-08-27T03:58:00Z</dcterms:created>
  <dcterms:modified xsi:type="dcterms:W3CDTF">2026-09-10T02:40:17Z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F0FC24788FAF459A944C91BD58DADE71_12</vt:lpwstr>
  </property>
  <property fmtid="{D5CDD505-2E9C-101B-9397-08002B2CF9AE}" pid="3" name="KSOProductBuildVer">
    <vt:lpwstr>1033-12.1.0.28485</vt:lpwstr>
  </property>
</Properties>
</file>